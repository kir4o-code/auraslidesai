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8FAFC"/>
                </a:solidFill>
                <a:latin typeface="Aptos Display"/>
              </a:rPr>
              <a:t>The Ubiquitous Power of Calculus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9738360" cy="6583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How Calculus Fuels Innovation Across STEM Disciplines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What is Calculus?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Branch of mathematics focused on rates of change and accumulation.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Introduced by Newton and Leibniz in the 17th century.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Two main branches: Differential Calculus (rates of change, slopes, optimization) and Integral Calculus (accumulation, areas, volumes).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Provides tools to model and solve complex problems in science, engineering, and economics.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Engineering Marvels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Structural Engineering: Calculating stress, strain, and material properties for bridges and buildings.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Aerospace Engineering: Optimizing aerodynamics, trajectory, and propulsion for aircraft and spacecraft.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Electrical Engineering: Analyzing circuits, signals, and control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Robotics: Kinematics, dynamics, and control algorithms for robotic movement.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Unveiling the Universe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Classical Mechanics: Describing motion, forces, and energy (Newton's Laws).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Electromagnetism: Maxwell's equations, fundamental to understanding light and electricity.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Quantum Mechanics: Wave functions and probability distributions.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Astrophysics: Modeling celestial mechanics, stellar evolution, and cosmology.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Life's Complex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Population Dynamics: Modeling growth, decay, and interactions of species.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Pharmacokinetics: Determining drug dosage and absorption rates in the body.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Medical Imaging: Algorithms for MRI, CT scans, and ultrasound reconstruction.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Epidemiology: Predicting disease spread and effectiveness of interventions.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The Digital Frontier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Machine Learning: Gradient descent for optimizing models, neural network 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Computer Graphics: Rendering complex shapes, animations, and simulations.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Data Analysis: Statistical modeling, regression analysis, and optimization problems.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Algorithm Efficiency: Analyzing the performance and complexity of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The Enduring Legacy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Calculus is not just a mathematical subject; it's a powerful language for describing and predicting the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Its principles are deeply embedded in virtually every STEM discipline, driving discovery and technological advancement.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As problems become more complex, the demand for calculus-informed solutions will only grow.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Mastering calculus unlocks a deeper understanding of the universe and empowers us to shape its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