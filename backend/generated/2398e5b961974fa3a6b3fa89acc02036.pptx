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AI-generated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46988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8FAFC"/>
                </a:solidFill>
                <a:latin typeface="Aptos Display"/>
              </a:rPr>
              <a:t>Smoke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971800"/>
            <a:ext cx="973836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BD5E1"/>
                </a:solidFill>
                <a:latin typeface="Aptos"/>
              </a:rPr>
              <a:t>Subtitle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93726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ptos"/>
              </a:rPr>
              <a:t>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14016"/>
            <a:ext cx="100584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99232"/>
            <a:ext cx="100584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8FAFC"/>
                </a:solidFill>
                <a:latin typeface="Aptos Display"/>
              </a:rPr>
              <a:t>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8B5CF6"/>
                </a:solidFill>
                <a:latin typeface="Aptos Display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32888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Aptos Display"/>
              </a:rPr>
              <a:t>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43784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Smoke Test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