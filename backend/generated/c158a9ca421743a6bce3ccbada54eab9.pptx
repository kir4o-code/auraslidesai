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6576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AI-generated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10469880" cy="16459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F8FAFC"/>
                </a:solidFill>
                <a:latin typeface="Aptos Display"/>
              </a:rPr>
              <a:t>The Ubiquitous Power of Calculus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71800"/>
            <a:ext cx="9738360" cy="658368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0" i="0">
                <a:solidFill>
                  <a:srgbClr val="CBD5E1"/>
                </a:solidFill>
                <a:latin typeface="Aptos"/>
              </a:rPr>
              <a:t>How Calculus Fuels Innovation Across STEM Disciplines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794760"/>
            <a:ext cx="9372600" cy="5029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Aptos"/>
              </a:rPr>
              <a:t>Welcome and introduce the presentation topic, highlighting the broad impact of calculus.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8FAFC"/>
                </a:solidFill>
                <a:latin typeface="Aptos Display"/>
              </a:rPr>
              <a:t>Understanding the Language of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**Differential Calculus**: Analyzing rates of change and slopes of curves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**Integral Calculus**: Accumulating quantities and finding areas under curves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8211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Provides tools to model dynamic systems and predict future states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22191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Foundation for understanding motion, growth, decay, and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43600"/>
            <a:ext cx="9875520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Briefly define and explain the two main branches of calculus, emphasizing their role in understanding dynamic processes.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Key ideas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1005840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Overview of Key ideas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96896"/>
            <a:ext cx="1005840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Most important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Recommended next step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Key ideas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1005840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Overview of Key ideas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96896"/>
            <a:ext cx="1005840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Most important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Recommended next step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36576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Closing thought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627632"/>
            <a:ext cx="10058400" cy="246888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8FAFC"/>
                </a:solidFill>
                <a:latin typeface="Aptos Display"/>
              </a:rPr>
              <a:t>Calculus is the most powerful tool ever invented for understanding how the world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315968"/>
            <a:ext cx="8595360" cy="384048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BD5E1"/>
                </a:solidFill>
                <a:latin typeface="Aptos"/>
              </a:rPr>
              <a:t>Steven Strogatz (paraphrased from 'Infinite Powers: How Calculus Reveals the Secrets of the Universe' 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Ubiquitous Power of Calculus</dc:title>
  <dc:subject>AuraSlidesAi presentation export</dc:subject>
  <dc:creator>AuraSlidesAi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