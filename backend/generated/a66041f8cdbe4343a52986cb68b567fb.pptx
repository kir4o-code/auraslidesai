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Understanding the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Differential Calculus: Studying rates of change and slopes of curves.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Integral Calculus: Calculating accumulation, areas, and volumes.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dynamic systems and optimize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that calculus allows us to understand how things change and how to measure total quantities from changing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Supporting idea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Supporting idea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Supporting idea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Why Supporting idea 4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Immediate takeaway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The Enduring Legacy and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Calculus is a foundational pillar for virtually all STEM disciplines.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Enables precise modeling, prediction, and optimization in complex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Continues to drive innovation, from AI algorithms to space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Essential for critical thinking and problem-solving in a data-driven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