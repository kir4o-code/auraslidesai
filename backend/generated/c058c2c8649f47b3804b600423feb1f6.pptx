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Segoe UI Semibold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8FAFC"/>
                </a:solidFill>
                <a:latin typeface="Segoe UI Semibold"/>
              </a:rPr>
              <a:t>Typography Smoke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71800"/>
            <a:ext cx="9738360" cy="6583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CBD5E1"/>
                </a:solidFill>
                <a:latin typeface="Segoe UI"/>
              </a:rPr>
              <a:t>Subtitle with breathing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9372600" cy="502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</a:rPr>
              <a:t>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Segoe UI Semibold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Segoe UI Semibold"/>
              </a:rPr>
              <a:t>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First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96896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Second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• Third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Segoe UI Semibold"/>
              </a:rPr>
              <a:t>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8FAFC"/>
                </a:solidFill>
                <a:latin typeface="Segoe UI Semibold"/>
              </a:rPr>
              <a:t>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572000" cy="53035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8B5CF6"/>
                </a:solidFill>
                <a:latin typeface="Segoe UI Semibold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87752"/>
            <a:ext cx="45720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8FAFC"/>
                </a:solidFill>
                <a:latin typeface="Segoe UI Semibold"/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16936"/>
            <a:ext cx="4572000" cy="34747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Typography Smoke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