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Inter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Inter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Inter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Inter"/>
              </a:rPr>
              <a:t>Understanding the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Calculus is the mathematical study of continuous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Divided into two main branches: Differential Calculus (rates of change, slopes) and Integral Calculus (accumulation, areas).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Provides tools to model and solve complex problems in science, engineering, and economics.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Developed independently by Isaac Newton and Gottfried Leibniz in the 17th century.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Emphasize that calculus is not just about numbers, but about understanding dynamic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Inter"/>
              </a:rPr>
              <a:t>What to do next with 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Overview of What to do next with The Ubiquitous Power of Calculus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Most important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Inter"/>
              </a:rPr>
              <a:t>Additional detail on 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Why Additional detail on The Ubiquitous Power of Calculus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Immediate takeaway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Inter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Inter"/>
              </a:rPr>
              <a:t>Driving Future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Calculus remains a foundational pillar for advanced research and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Essential for breakthroughs in AI, quantum computing, and space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Empowers problem-solvers to understand, predict, and shape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Inter"/>
              </a:rPr>
              <a:t>• A timeless language for describing the universe's complexities.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