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8FAFC"/>
                </a:solidFill>
                <a:latin typeface="Aptos Display"/>
              </a:rPr>
              <a:t>Theme Smoke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Gradient and fonts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94760"/>
            <a:ext cx="9372600" cy="502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Aptos"/>
              </a:rPr>
              <a:t>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First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Second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Third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8FAFC"/>
                </a:solidFill>
                <a:latin typeface="Aptos Display"/>
              </a:rPr>
              <a:t>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572000" cy="53035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8B5CF6"/>
                </a:solidFill>
                <a:latin typeface="Aptos Display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87752"/>
            <a:ext cx="4572000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8FAFC"/>
                </a:solidFill>
                <a:latin typeface="Aptos Display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16936"/>
            <a:ext cx="4572000" cy="34747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 Smoke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