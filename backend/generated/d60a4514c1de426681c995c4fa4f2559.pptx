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AI for Small Businesses: Automate Repetitive Work, Keep the Human Touch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9738360" cy="658368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0" i="0">
                <a:solidFill>
                  <a:srgbClr val="CBD5E1"/>
                </a:solidFill>
                <a:latin typeface="Aptos"/>
              </a:rPr>
              <a:t>Empowering Efficiency and Personal Connection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The Small Business Dilemma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Limited resources, endless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Repetitive work drains time and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Risk of burnout and missed opportunities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The need for efficiency without losing personal connection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Key ideas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Overview of Key ideas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96896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Most important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Recommended next step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Preserving the Personal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AI handles the mundane, freeing humans for complex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Personalized recommendations based on AI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Faster response times lead to better customer satisfaction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Empowering employees to focus on high-value interactions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Using AI to understand customer sentiment and tailor human responses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868680"/>
            <a:ext cx="3840480" cy="38404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26280"/>
            <a:ext cx="4389120" cy="43891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297680"/>
            <a:ext cx="2651760" cy="2651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Embrace Smart Growth with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Start small: Identify one repetitive task to automate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Choose user-friendly AI tools designed for small businesses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Train your team to leverage AI effectively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22191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Continuously evaluate and adapt your AI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2"/>
            <a:ext cx="10058400" cy="4937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Focus on enhancing customer experience, not just cutting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987552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AI is a tool to amplify human potential, not replace it. Small businesses can thrive by strategically integrating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Small Businesses: Automate Repetitive Work, Keep the Human Touch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