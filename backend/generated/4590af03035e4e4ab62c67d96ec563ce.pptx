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F8FAFC"/>
                </a:solidFill>
                <a:latin typeface="Aptos Display"/>
              </a:rPr>
              <a:t>Cleanup Smoke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Check placeholder cleanup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key point; miain point 1, main point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key point; miain point 1, main point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another generic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Closing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058400" cy="2542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All 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07408"/>
            <a:ext cx="859536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CBD5E1"/>
                </a:solidFill>
                <a:latin typeface="Aptos"/>
              </a:rPr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Cleanup Smoke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