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563EB"/>
                </a:solidFill>
                <a:latin typeface="Calibri Light"/>
              </a:rPr>
              <a:t>AI-generated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0F172A"/>
                </a:solidFill>
                <a:latin typeface="Calibri Light"/>
              </a:rPr>
              <a:t>Theme Smoke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07792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>
                <a:solidFill>
                  <a:srgbClr val="475569"/>
                </a:solidFill>
                <a:latin typeface="Calibri"/>
              </a:rPr>
              <a:t>Spacing and fonts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30752"/>
            <a:ext cx="9372600" cy="54864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563EB"/>
                </a:solidFill>
                <a:latin typeface="Calibri Light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0F172A"/>
                </a:solidFill>
                <a:latin typeface="Calibri Light"/>
              </a:rPr>
              <a:t>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0F172A"/>
                </a:solidFill>
                <a:latin typeface="Calibri"/>
              </a:rPr>
              <a:t>• First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0F172A"/>
                </a:solidFill>
                <a:latin typeface="Calibri"/>
              </a:rPr>
              <a:t>• Second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0F172A"/>
                </a:solidFill>
                <a:latin typeface="Calibri"/>
              </a:rPr>
              <a:t>• Third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563EB"/>
                </a:solidFill>
                <a:latin typeface="Calibri Light"/>
              </a:rPr>
              <a:t>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241280" cy="77724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 i="0">
                <a:solidFill>
                  <a:srgbClr val="0F172A"/>
                </a:solidFill>
                <a:latin typeface="Calibri Light"/>
              </a:rPr>
              <a:t>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5720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2563EB"/>
                </a:solidFill>
                <a:latin typeface="Calibri Light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96896"/>
            <a:ext cx="4572000" cy="29260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Calibri Light"/>
              </a:rP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4572000" cy="36576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