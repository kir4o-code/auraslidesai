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8FAFC"/>
                </a:solidFill>
                <a:latin typeface="Aptos"/>
              </a:rPr>
              <a:t>The Ubiquitous Power of Calculus in 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"/>
              </a:rPr>
              <a:t>Unlocking Innovation Across Disciplines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ptos"/>
              </a:rPr>
              <a:t>Introduce the presentation, emphasizing the broad impact of calculus across all STEM fields.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Calculus: The Language of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Differential Calculus: Studying rates of change and slopes of curves (e.g., velocity, acceleration).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05456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8833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78608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Integral Calculus: Accumulation of quantities and areas under curves (e.g., total distance, volume).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82112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36499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55264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Provides essential tools to model dynamic systems and optimize solutions.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Briefly define the core concepts of calculus without getting too technical. Focus on 'change' and 'accumulation' as fundamental ideas.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Key ideas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Core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05456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8833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78608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Supporting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82112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36499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55264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Practical takeaway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Optimizing Algorithms and Understanding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Machine Learning: Gradient descent for training models, neural network 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Computer Graphics: Rendering complex shapes, animations, and simulations.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Data Analysis: Statistical modeling, probability distributions, and trend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Algorithm Efficiency: Analyzing performance and complexity of algorithms.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Explain how calculus underpins modern computational and data-driven fields, crucial for AI and data science.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Key ideas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Core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05456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8833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78608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Supporting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82112"/>
            <a:ext cx="1051560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36499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55264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Practical takeaway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Modeling Reactions and Designing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Chemical Kinetics: Determining reaction rates and mechanisms.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Thermodynamics: Understanding energy changes in chemical processes.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Quantum Chemistry: Describing atomic and molecular structures.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Materials Design: Predicting properties of new materials at the atomic level.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Demonstrate calculus's role in understanding matter and its transformations, from chemical reactions to new material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Calculus: The Foundation of STEM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Provides essential tools for understanding change, optimization, and accumulation.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Crucial for modeling complex systems in physics, engineering, biology, computer science, and chemistry.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Empowers problem-solving and drives advancements across all scientific and technological frontiers.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A fundamental skill for any aspiring STEM professional.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Summarize the key takeaways and reinforce the importance of calculus as a foundational skill for all STEM disciplines.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 in STEM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