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" cy="1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2463EB"/>
              </a:gs>
            </a:gsLst>
            <a:lin scaled="0" ang="135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