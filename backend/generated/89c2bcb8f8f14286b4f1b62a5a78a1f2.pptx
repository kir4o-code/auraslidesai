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Understanding the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Differential Calculus: Focuses on rates of change and slopes of curves. Essential for understanding motion, optimization, and instantaneous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Integral Calculus: Deals with accumulation of quantities and areas under curves. Crucial for calculating volumes, total change, and probabilities.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a language to describe dynamic systems and model real-world phenomena.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that calculus moves beyond static algebra to describe change and motion, which is fundamental to understanding the physical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Fueling Innovation Across Disciplines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Fueling Innovation Across Disciplines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Calculus: A Foundation for Future Breakthroughs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Artificial Intelligence: Underpins algorithms for learning, optimization, and pattern recognition.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Data Science: Essential for statistical modeling, predictive analytics, and big data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Quantum Computing: Describes the behavior of particles at the quantum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Biotechnology: Designing new drugs, understanding complex biological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Continues to be a critical tool for solving complex, interdisciplinary challenges.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Emphasize that calculus is not just a historical tool but a living, evolving foundation for cutting-edge research and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10058400" cy="24688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8FAFC"/>
                </a:solidFill>
                <a:latin typeface="Aptos Display"/>
              </a:rPr>
              <a:t>Mathematics is the language in which God has written the universe.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15968"/>
            <a:ext cx="8595360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Galileo Galilei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