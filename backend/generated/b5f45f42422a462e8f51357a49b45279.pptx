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Inter"/>
              </a:rPr>
              <a:t>The Ubiquitous Power of Calculus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Inter"/>
              </a:rPr>
              <a:t>Its Indispensable Role Across STEM Disciplines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Inter"/>
              </a:rPr>
              <a:t>Introduce the presentation, set the stage for exploring calculus's broad impact.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Inter"/>
              </a:rPr>
              <a:t>Calculus: The Language of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**Differential Calculus**: Focuses on rates of change and slopes of curves (derivatives).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**Integral Calculus**: Deals with accumulation of quantities and areas under curves (integrals).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Provides tools to model dynamic systems and optimize processes.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Foundation for advanced mathematics, physics, and engineering.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Briefly define differential and integral calculus and their fundamental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Inter"/>
              </a:rPr>
              <a:t>Building the Future: Calculus in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**Civil Engineering**: Structural analysis, stress distribution, fluid dynamics in pipe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**Mechanical Engineering**: Kinematics, dynamics, thermodynamics, material science, robot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**Electrical Engineering**: Circuit analysis (AC/DC), signal processing, electromagnetic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**Aerospace Engineering**: Trajectory optimization, fluid dynamics (aerodynamics), propulsion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Highlight specific applications of calculus in various engineering branches.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Inter"/>
              </a:rPr>
              <a:t>Unveiling the Universe: Calculus in Physics &amp; Astronomy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**Classical Mechanics**: Newton's laws, motion, energy, momentum, orbital mechanics.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**Electromagnetism**: Maxwell's equations, electric and magnetic fields, wave propagation.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**Thermodynamics**: Heat transfer, entropy, energy transformations.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**Astrophysics**: Modeling stellar evolution, planetary orbits, gravitational forces.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Explain how calculus is essential for understanding fundamental physical laws and celestial phenomena.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Inter"/>
              </a:rPr>
              <a:t>Optimizing Algorithms: Calculus in CS &amp; Data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**Machine Learning**: Gradient descent for model optimization, neural network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**Data Analysis**: Statistical modeling, probability distributions, regression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**Computer Graphics**: Rendering curves and surfaces, animation, physics simulations.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**Algorithm Optimization**: Analyzing efficiency and complexity of algorithms.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Discuss the role of calculus in modern computing, especially in AI and data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Inter"/>
              </a:rPr>
              <a:t>Modeling Life: Calculus in Biology &amp; Medicine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**Population Dynamics**: Modeling growth and decay of populations, predator-prey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**Pharmacokinetics**: Drug dosage, absorption, distribution, metabolism, and excretion.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**Physiology**: Blood flow, nerve impulse transmission, organ function modeling.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**Epidemiology**: Predicting disease spread and effectiveness of interventions.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Illustrate how calculus helps in understanding complex biological systems and medical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Inter"/>
              </a:rPr>
              <a:t>Calculus: The Unifying Language of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Calculus provides the essential mathematical framework for understanding change and accumulation.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It is not just a subject, but a powerful toolkit for problem-solving across all STEM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Mastering calculus unlocks deeper insights and enables groundbreaking advancements.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Embrace calculus as a fundamental skill for any scientific or technical career.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Summarize the key takeaways and reinforce the importance of calculus as a foundational STEM skill.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