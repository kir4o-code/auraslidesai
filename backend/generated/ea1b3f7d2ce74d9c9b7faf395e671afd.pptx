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AI-generated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469880" cy="164592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 i="0">
                <a:solidFill>
                  <a:srgbClr val="F8FAFC"/>
                </a:solidFill>
                <a:latin typeface="Aptos Display"/>
              </a:rPr>
              <a:t>The Ubiquitous Power of Calculus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07792"/>
            <a:ext cx="9738360" cy="7132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 i="0">
                <a:solidFill>
                  <a:srgbClr val="CBD5E1"/>
                </a:solidFill>
                <a:latin typeface="Aptos"/>
              </a:rPr>
              <a:t>How Calculus Fuels Innovation Across STEM Disciplines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What is Calculus?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The mathematics of change and motion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1518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Two main branches: Differential Calculus (rates of change, slopes) and Integral Calculus (accumulation, areas)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100584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Provides tools to model and solve complex real-world problems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07024"/>
            <a:ext cx="9875520" cy="38404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Calculus is fundamental to understanding dynamic systems and quantities that vary.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241280" cy="77724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 i="0">
                <a:solidFill>
                  <a:srgbClr val="F8FAFC"/>
                </a:solidFill>
                <a:latin typeface="Aptos Display"/>
              </a:rPr>
              <a:t>Tradeoffs to weigh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457200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8B5CF6"/>
                </a:solidFill>
                <a:latin typeface="Aptos Display"/>
              </a:rPr>
              <a:t>3x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96896"/>
            <a:ext cx="4572000" cy="29260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8FAFC"/>
                </a:solidFill>
                <a:latin typeface="Aptos Display"/>
              </a:rPr>
              <a:t>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4572000" cy="36576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Faster turnaround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8FAFC"/>
                </a:solidFill>
                <a:latin typeface="Aptos Display"/>
              </a:rPr>
              <a:t>Beyond the Physical Sciences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Modeling population growth and disease spread (epidemiology)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Pharmacokinetics (drug dosage and absorption rates)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36976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Machine Learning algorithms (gradient descent, optimization)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13631"/>
            <a:ext cx="10058400" cy="51206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0" i="0">
                <a:solidFill>
                  <a:srgbClr val="F8FAFC"/>
                </a:solidFill>
                <a:latin typeface="Aptos"/>
              </a:rPr>
              <a:t>• Statistical inference and predictive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07024"/>
            <a:ext cx="9875520" cy="38404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CBD5E1"/>
                </a:solidFill>
                <a:latin typeface="Aptos"/>
              </a:rPr>
              <a:t>Calculus provides the mathematical backbone for understanding complex systems in life sciences and the algorithms driving modern data science.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3657600" cy="256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8B5CF6"/>
                </a:solidFill>
                <a:latin typeface="Aptos Display"/>
              </a:rPr>
              <a:t>Closing thought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00200"/>
            <a:ext cx="10058400" cy="2542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8FAFC"/>
                </a:solidFill>
                <a:latin typeface="Aptos Display"/>
              </a:rPr>
              <a:t>Calculus is the most powerful weapon of thought yet forged by the wit of man.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07408"/>
            <a:ext cx="8595360" cy="402336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CBD5E1"/>
                </a:solidFill>
                <a:latin typeface="Aptos"/>
              </a:rPr>
              <a:t>Richard Courant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Ubiquitous Power of Calculus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