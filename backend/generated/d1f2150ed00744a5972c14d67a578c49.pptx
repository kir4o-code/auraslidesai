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50292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987552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BD5E1"/>
                </a:solidFill>
                <a:latin typeface="Aptos Display"/>
              </a:rPr>
              <a:t>How Calculus Shapes Every STEM Discipline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Understanding the Language of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Calculus is the mathematical study of continuous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Differential Calculus: Focuses on rates of change and slopes of curves (e.g., velocity, acceleration).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Integral Calculus: Focuses on accumulation of quantities and areas under curves (e.g., total distance, volume).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Provides tools to model, analyze, and predict dynamic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Building the Future: Calculus in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Civil Engineering: Structural analysis, fluid dynamics, stress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Mechanical Engineering: Kinematics, dynamics, thermodynamics, material science.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Electrical Engineering: Circuit analysis (AC/DC), signal processing, electromagnetic fields.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Aerospace Engineering: Rocket propulsion, aerodynamics, orbital mechanics.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Unveiling the Universe: Physics &amp; Astronomy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Classical Mechanics: Newton's laws, motion, energy, momentum.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Electromagnetism: Maxwell's equations, electric and magnetic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Quantum Mechanics: Wave functions, probability distributions.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Astrophysics: Gravitational forces, planetary orbits, stellar evolution.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Powering the Digital Age: CS &amp; Data Science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Machine Learning: Gradient descent for model optimization, neural networks.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Computer Graphics: Rendering, animation, transformations.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Algorithm Analysis: Understanding complexity and efficiency.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Data Analysis: Statistical modeling, probability distributions, regression.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32004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Aptos Display"/>
              </a:rPr>
              <a:t>Understanding Life: Biology &amp; Medicine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1168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901952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Population Dynamics: Modeling growth and decay of populations.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76148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651760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Pharmacokinetics: Drug dosage, absorption, and elimination rates.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28416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9264" y="3511296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401568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Biofluid Mechanics: Blood flow, respiration.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78224"/>
            <a:ext cx="10515600" cy="603504"/>
          </a:xfrm>
          <a:prstGeom prst="roundRect">
            <a:avLst/>
          </a:prstGeom>
          <a:solidFill>
            <a:srgbClr val="111C34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" y="4261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151376"/>
            <a:ext cx="10058400" cy="493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8FAFC"/>
                </a:solidFill>
                <a:latin typeface="Aptos Display"/>
              </a:rPr>
              <a:t>Medical Imaging: Image reconstruction (e.g., MRI, CT scans).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-731520"/>
            <a:ext cx="2926080" cy="2926080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43800" y="4434840"/>
            <a:ext cx="2286000" cy="2286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Closing 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10058400" cy="2331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8FAFC"/>
                </a:solidFill>
                <a:latin typeface="Aptos Display"/>
              </a:rPr>
              <a:t>Calculus is the gate and the key to understanding the physical universe.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24528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Aptos Display"/>
              </a:rPr>
              <a:t>Richard Feynman (paraphrased)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