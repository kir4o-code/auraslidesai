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ptos"/>
              </a:rPr>
              <a:t>Introduce the topic and the scope of the presentation. Emphasize the broad impact of calculus.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Understanding the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Calculus is a branch of mathematics focused on rates of change and accumulation of quantities.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Differential Calculus: Deals with instantaneous rates of change and slopes of curves (e.g., velocity, acceleration).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Integral Calculus: Deals with the accumulation of quantities and areas under curves (e.g., total distance, volume).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tools to model and solve complex problems in science, engineering, and beyond.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the two main branches of calculus simply, emphasizing their core functions and what they help us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Key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Key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Key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Key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The Future of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Calculus provides the fundamental language for understanding change and optimizing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It is the backbone of modern engineering, physics, computer science, and data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Continues to drive breakthroughs in medicine, environmental science, and artificial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Mastering calculus unlocks a deeper understanding of the world and empowers future innovators.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Summarize the key takeaways and reinforce the importance of calculus for future advancements and problem-solving across all STEM fields.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