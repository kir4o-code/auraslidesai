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'Plus Jakarta Sans', sans-serif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CBD5E1"/>
                </a:solidFill>
                <a:latin typeface="'Inter', sans-serif"/>
              </a:rPr>
              <a:t>How Calculus Fuels Innovation Across STEM Disciplines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30752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BD5E1"/>
                </a:solidFill>
                <a:latin typeface="'Inter', sans-serif"/>
              </a:rPr>
              <a:t>This presentation will explore the fundamental role of calculus as the bedrock of innovation across various scientific, technological, engineering, and mathematical fields.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F8FAFC"/>
                </a:solidFill>
                <a:latin typeface="'Plus Jakarta Sans', sans-serif"/>
              </a:rPr>
              <a:t>Foundations of Modern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Differential Calculus: Understanding rates of change, slopes, and optimization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18841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Integral Calculus: Accumulating quantities, calculating areas, volumes, and total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63163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Limits: The behavior of functions as inputs approach specific values, crucial for continuity.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07484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Infinite Series: Summing infinitely many terms to model complex functions and phenomena.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We begin by revisiting the two main branches of calculus and the foundational concepts that underpin all its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'Inter', sans-serif"/>
              </a:rPr>
              <a:t>A professional, abstract depiction of mathematical symbols and graphs, illustrating differential and integral calculus concepts, with a subtle glow, 16:9 aspect ratio.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'Plus Jakarta Sans', sans-serif"/>
              </a:rPr>
              <a:t>Engineering Marvels and Physical 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Structural Engineering: Optimizing designs for stress distribution, material strength, and load bearing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7985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Aerospace Dynamics: Modeling trajectories, propulsion systems, and fluid dynamics for aircraft and spacecraft.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72307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Electrical Engineering: Analyzing circuits, signal processing, and electromagnetic fields through differential equations.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6628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Quantum Mechanics: Describing particle behavior and wave functions, essential for understanding the universe at its smallest scales.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Calculus is indispensable in engineering and physics, providing the mathematical framework to design, analyze, and predict complex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8FAFC"/>
                </a:solidFill>
                <a:latin typeface="'Plus Jakarta Sans', sans-serif"/>
              </a:rPr>
              <a:t>Advancing Life Sciences and Data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Population Dynamics: Modeling growth, decay, and interactions of biological populations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18841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Medical Imaging: Reconstructing detailed 3D images from 2D scans (CT, MRI) using integral transforms and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63163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Pharmacokinetics: Determining optimal drug dosages and absorption rates within the human body.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07484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Machine Learning: Optimizing algorithms and neural networks through gradient descent for pattern recognition and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Beyond traditional STEM, calculus is increasingly vital in biology, medicine, and the burgeoning field of data science, enabling breakthroughs in understanding and technology.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'Inter', sans-serif"/>
              </a:rPr>
              <a:t>A composite image showing a DNA helix, a brain scan, and a data visualization graph, subtly interconnected by mathematical equations, 16:9 aspect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Closing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2542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 i="0">
                <a:solidFill>
                  <a:srgbClr val="F8FAFC"/>
                </a:solidFill>
                <a:latin typeface="'Plus Jakarta Sans', sans-serif"/>
              </a:rPr>
              <a:t>Calculus is the most powerful weapon of thought yet forged by the wit of 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07408"/>
            <a:ext cx="859536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'Inter', sans-serif"/>
              </a:rPr>
              <a:t>Richard Courant, Mathematician and Author of 'What is Mathematics?'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