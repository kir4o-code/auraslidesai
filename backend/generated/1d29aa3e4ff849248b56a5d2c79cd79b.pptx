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ptos"/>
              </a:rPr>
              <a:t>Welcome and introduce the topic: the fundamental role of calculus in driving progress across science, technology, engineering, and mathematics.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The Foundations: Differentiation and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Differentiation: Measuring rates of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slopes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and optimization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Integration: Calculating total accumulation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areas under curves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694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and volumes.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the two main branches and give simple, relatable examples of their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Supporting idea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Supporting idea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2542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8FAFC"/>
                </a:solidFill>
                <a:latin typeface="Aptos Display"/>
              </a:rPr>
              <a:t>Calculus is the most powerful weapon of thought yet forged by the wit of 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07408"/>
            <a:ext cx="859536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Richard Courant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Calculus in the 21st Century and Beyond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Artificial Intelligence &amp; Machine Learning: Optimization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neural network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Data Science: Statistical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predictive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big data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694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Quantum Computing: Describing quantum states and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Conclude by looking forward, showing how calculus remains vital for future innovations and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