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8FAFC"/>
                </a:solidFill>
                <a:latin typeface="Segoe UI Semibold"/>
              </a:rPr>
              <a:t>The Ubiquitous Power of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Segoe UI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/>
              </a:rPr>
              <a:t>Understanding the Language of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Differential Calculus: Studying rates of change and slopes of curves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Integral Calculus: Accumulation of quantities and areas under curves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Provides tools to model dynamic systems and optimize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/>
              </a:rPr>
              <a:t>Building the Future: Calculus in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Structural Engineering: Analyzing stress, strain, and material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Aerospace Engineering: Designing aircraft, optimizing flight paths, and propulsion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Electrical Engineering: Circuit analysis, signal processing, and control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Mechanical Engineering: Dynamics, fluid mechanics, and heat 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/>
              </a:rPr>
              <a:t>Unveiling the Universe: Physics, Astronomy, and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Classical Mechanics: Describing motion, forces, and energy (Newton's Laws)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Electromagnetism: Maxwell's equations, understanding electric and magnetic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Quantum Mechanics: Probability distributions and wave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Astrophysics: Modeling celestial mechanics, stellar evolution, and cosmology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/>
              </a:rPr>
              <a:t>The Digital Frontier: Calculus in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Machine Learning: Gradient descent for optimizing algorithms and neural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Computer Graphics: Rendering realistic 3D models, animation, and simulations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Algorithm Optimization: Analyzing efficiency and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Data Science: Statistical modeling, regression analysis, and predictive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/>
              </a:rPr>
              <a:t>Life's Equations: Calculus in Biology and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Population Dynamics: Modeling growth, decay, and interactions of species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Pharmacokinetics: Understanding drug absorption, distribution, metabolism, and excretion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Biophysics: Analyzing biological systems at a molecular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Medical Imaging: Image reconstruction in MRI and CT scans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/>
              </a:rPr>
              <a:t>The Indispensable Tool for STEM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Calculus provides the fundamental mathematical framework for understanding and solving complex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It enables precise modeling, prediction, and optimization across all STEM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A strong foundation in calculus is crucial for future advancements and breakthroughs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Embrace calculus as a powerful language for discovery and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