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How Calculus Fuels Innovation Across STEM Disciplines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30752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Aptos"/>
              </a:rPr>
              <a:t>Welcome and introduce the topic: the fundamental role of calculus in modern science, technology, engineering, and mathematics.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Understanding the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**Differential Calculus**: Studying rates of change and slopes of curves.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**Integral Calculus**: Accumulation of quantities and areas under curves.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Provides tools to model and solve problems involving continuous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Briefly define differential and integral calculus and their core applications. Emphasize their role in understanding dynamic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Fueling Innovation Across 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Fueling Innovation Across 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Calculus: A Catalyst for Future Breakthroughs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**Artificial Intelligence**: Optimizing neural networks, gradient descent.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**Space Exploration**: Trajectory calculations, orbital mechanics.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**Biotechnology**: Gene sequencing analysis, drug discovery simulations.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**Climate Modeling**: Predicting environmental changes, understanding complex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Discuss how calculus continues to be essential for emerging technologies and future scientific discoveries.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Calculus is the language of change, essential for understanding dynamic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It underpins virtually every STEM discipline, driving both theoretical understanding and practical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Its principles are fundamental to current innovations and future advancements.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Mastering calculus opens doors to solving complex real-world problems.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Summarize the main points and reinforce the importance and versatility of calculus.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