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347472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8B5CF6"/>
                </a:solidFill>
                <a:latin typeface="Aptos"/>
              </a:rPr>
              <a:t>AI-generated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607040" cy="1645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F8FAFC"/>
                </a:solidFill>
                <a:latin typeface="Aptos"/>
              </a:rPr>
              <a:t>A Strong Title Slide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880360"/>
            <a:ext cx="9601200" cy="685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CBD5E1"/>
                </a:solidFill>
                <a:latin typeface="Aptos"/>
              </a:rPr>
              <a:t>Subtitle for spacing check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32004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8B5CF6"/>
                </a:solidFill>
                <a:latin typeface="Aptos"/>
              </a:rPr>
              <a:t>Key 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14400"/>
            <a:ext cx="10424160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F8FAFC"/>
                </a:solidFill>
                <a:latin typeface="Aptos"/>
              </a:rPr>
              <a:t>Important Points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828800"/>
            <a:ext cx="10515600" cy="512064"/>
          </a:xfrm>
          <a:prstGeom prst="roundRect">
            <a:avLst/>
          </a:prstGeom>
          <a:solidFill>
            <a:srgbClr val="111C34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69264" y="2011680"/>
            <a:ext cx="109728" cy="109728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70432" y="1901952"/>
            <a:ext cx="10058400" cy="42062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F8FAFC"/>
                </a:solidFill>
                <a:latin typeface="Aptos"/>
              </a:rPr>
              <a:t>One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450592"/>
            <a:ext cx="10515600" cy="512064"/>
          </a:xfrm>
          <a:prstGeom prst="roundRect">
            <a:avLst/>
          </a:prstGeom>
          <a:solidFill>
            <a:srgbClr val="111C34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9264" y="2633472"/>
            <a:ext cx="109728" cy="109728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70432" y="2523744"/>
            <a:ext cx="10058400" cy="42062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F8FAFC"/>
                </a:solidFill>
                <a:latin typeface="Aptos"/>
              </a:rPr>
              <a:t>Two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3072384"/>
            <a:ext cx="10515600" cy="512064"/>
          </a:xfrm>
          <a:prstGeom prst="roundRect">
            <a:avLst/>
          </a:prstGeom>
          <a:solidFill>
            <a:srgbClr val="111C34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69264" y="3255264"/>
            <a:ext cx="109728" cy="109728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70432" y="3145536"/>
            <a:ext cx="10058400" cy="42062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F8FAFC"/>
                </a:solidFill>
                <a:latin typeface="Aptos"/>
              </a:rPr>
              <a:t>Three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3694176"/>
            <a:ext cx="10515600" cy="512064"/>
          </a:xfrm>
          <a:prstGeom prst="roundRect">
            <a:avLst/>
          </a:prstGeom>
          <a:solidFill>
            <a:srgbClr val="111C34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69264" y="3877056"/>
            <a:ext cx="109728" cy="109728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70432" y="3767328"/>
            <a:ext cx="10058400" cy="42062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F8FAFC"/>
                </a:solidFill>
                <a:latin typeface="Aptos"/>
              </a:rPr>
              <a:t>Four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6080760"/>
            <a:ext cx="987552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CBD5E1"/>
                </a:solidFill>
                <a:latin typeface="Aptos"/>
              </a:rPr>
              <a:t>Notes line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82296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8B5CF6"/>
                </a:solidFill>
                <a:latin typeface="Aptos"/>
              </a:rPr>
              <a:t>Closing thought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" y="1691640"/>
            <a:ext cx="10058400" cy="22402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8FAFC"/>
                </a:solidFill>
                <a:latin typeface="Aptos"/>
              </a:rPr>
              <a:t>Spacing and fonts should be consistent.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4206240"/>
            <a:ext cx="859536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CBD5E1"/>
                </a:solidFill>
                <a:latin typeface="Aptos"/>
              </a:rPr>
              <a:t>Test Author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Typography Test</dc:title>
  <dc:subject>AuraSlidesAi presentation export</dc:subject>
  <dc:creator>AuraSlidesAi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