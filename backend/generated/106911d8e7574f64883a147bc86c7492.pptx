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8FAFC"/>
                </a:solidFill>
                <a:latin typeface="Aptos"/>
              </a:rPr>
              <a:t>The Ubiquitous Power of Calculus in 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A Foundation for Innovation and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"/>
              </a:rPr>
              <a:t>Introduce the presentation, setting the stage for how calculus underpins various STEM fields.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Calculus: The Language of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Differential Calculus: Studying rates of change and slopes of curves (e.g., velocity, acceleration, optimization).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33472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81635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70662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Integral Calculus: Studying accumulation and areas under curves (e.g., total displacement, volumes, probability).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38144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62102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51129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Provides tools to model and solve complex problems involving continuous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Briefly define the core concepts of calculus without getting too technical. Emphasize its role in understanding dynamic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Building the Future: Calculus in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Civil Engineering: Designing bridges, structures, and fluid dynamics (stress, strain, flow rates).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Electrical Engineering: Analyzing circuits, signals, and control systems (AC circuits, filter design).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Mechanical Engineering: Optimizing machine design, robotics, and thermodynamics (motion, energy transfer).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Aerospace Engineering: Calculating trajectories, propulsion, and aerodynamics.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Highlight specific engineering disciplines and how calculus is applied in each, focusing on practical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Unveiling the Universe: Physics and Astronomy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Classical Mechanics: Describing motion, forces, and energy (Newton's Laws, Lagrangian/Hamiltonian mechanics).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Electromagnetism: Understanding electric and magnetic fields (Maxwell's Equations).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Thermodynamics: Analyzing heat, work, and entropy.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Astrophysics: Modeling celestial mechanics, stellar evolution, and cosmology.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how calculus is fundamental to describing the physical world from the smallest particles to the largest galaxies.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Powering Algorithms: Computer and 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Machine Learning: Gradient descent for optimizing models, neural network backpropagation.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Computer Graphics: Rendering complex shapes, lighting, and animations (transformations, surface integrals).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Algorithm Optimization: Analyzing efficiency and resource allocation.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Data Analysis: Statistical modeling, probability distributions, and regression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Focus on the algorithmic and computational aspects where calculus provides the mathematical backbone for modern technologies.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Understanding Life: Biology and Medicine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Population Dynamics: Modeling growth and decay of populations (logistic growth, predator-prey models).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Pharmacokinetics: Analyzing drug concentration in the body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Biophysics: Studying biological systems using physical principles (fluid flow in blood vessels, nerve impulse transmission).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Medical Imaging: Reconstructing images from data (CT scans, MRI).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Illustrate how calculus helps in understanding complex biological processes and developing medical advancements.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Calculus: The Indispensable Tool for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A universal language for describing change, accumulation, and optimization.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Empowers innovation across all STEM disciplines, from theoretical physics to practical engineering and medical breakthroughs.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Essential for critical thinking, problem-solving, and developing a deeper understanding of the world.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Mastering calculus opens doors to countless opportunities in scientific research and technological development.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Summarize the key takeaways, reinforcing the idea that calculus is not just a subject but a powerful problem-solving framework crucial for any STEM career.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 in STEM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