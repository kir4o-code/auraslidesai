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AI-generated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469880" cy="164592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 i="0">
                <a:solidFill>
                  <a:srgbClr val="F8FAFC"/>
                </a:solidFill>
                <a:latin typeface="Aptos Display"/>
              </a:rPr>
              <a:t>Gradient Smoke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07792"/>
            <a:ext cx="9738360" cy="7132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>
                <a:solidFill>
                  <a:srgbClr val="CBD5E1"/>
                </a:solidFill>
                <a:latin typeface="Aptos"/>
              </a:rPr>
              <a:t>Fonts and spacing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30752"/>
            <a:ext cx="9372600" cy="54864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CBD5E1"/>
                </a:solidFill>
                <a:latin typeface="Aptos"/>
              </a:rPr>
              <a:t>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Bullets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First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1518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Second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Third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241280" cy="77724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 i="0">
                <a:solidFill>
                  <a:srgbClr val="F8FAFC"/>
                </a:solidFill>
                <a:latin typeface="Aptos Display"/>
              </a:rPr>
              <a:t>Stats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45720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8B5CF6"/>
                </a:solidFill>
                <a:latin typeface="Aptos Display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96896"/>
            <a:ext cx="4572000" cy="29260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8FAFC"/>
                </a:solidFill>
                <a:latin typeface="Aptos Display"/>
              </a:rPr>
              <a:t>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4572000" cy="36576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