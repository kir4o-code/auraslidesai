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563EB"/>
                </a:solidFill>
                <a:latin typeface="'Outfit', sans-serif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 i="0">
                <a:solidFill>
                  <a:srgbClr val="0F172A"/>
                </a:solidFill>
                <a:latin typeface="'Outfit', sans-serif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475569"/>
                </a:solidFill>
                <a:latin typeface="'Inter', sans-serif"/>
              </a:rPr>
              <a:t>How Calculus Fuels Innovation Across STEM Disciplines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'Inter', sans-serif"/>
              </a:rPr>
              <a:t>Introduce the presentation, setting the stage for the profound impact of calculus on various scientific and technological fields.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563EB"/>
                </a:solidFill>
                <a:latin typeface="'Outfit', sans-serif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0F172A"/>
                </a:solidFill>
                <a:latin typeface="'Outfit', sans-serif"/>
              </a:rPr>
              <a:t>Foundations of Modern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Differential Calculus: Analyzing rates of change, slopes of curves, and optimization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51176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Integral Calculus: Quantifying accumulation, areas under curves, and volumes of complex solids.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27832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Limits: The fundamental concept underpinning both differentiation and integration, defining behavior at specific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04487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Infinite Series: Approximating functions, modeling periodic phenomena, and solving complex equations.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521208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'Inter', sans-serif"/>
              </a:rPr>
              <a:t>Explain the two main branches of calculus and their foundational principles, emphasizing their role as building blocks for advanced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F172A"/>
                </a:solidFill>
                <a:latin typeface="'Inter', sans-serif"/>
              </a:rPr>
              <a:t>A visually engaging representation of a complex mathematical graph with tangent lines and shaded areas, symbolizing differentiation and integration, in a modern, clean style, 16:9 aspect ratio.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563EB"/>
                </a:solidFill>
                <a:latin typeface="'Outfit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0F172A"/>
                </a:solidFill>
                <a:latin typeface="'Outfit', sans-serif"/>
              </a:rPr>
              <a:t>Engineering Marvels &amp; Physical Laws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Aerospace Engineering: Calculating optimal trajectories for spacecraft, designing aerodynamic wing profiles, and optimizing rocket propulsion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Electrical Engineering: Analyzing complex circuits, designing signal processing algorithms, and understanding electromagnetic wave propagation.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Mechanical Engineering: Performing stress analysis on materials, modeling fluid dynamics in engines, and designing efficient robotic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Quantum Mechanics: Describing particle behavior and wave functions through advanced differential equations, foundational to modern physics.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'Inter', sans-serif"/>
              </a:rPr>
              <a:t>Showcase specific, high-impact applications of calculus in critical engineering and physics domains, illustrating its practical necessity.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563EB"/>
                </a:solidFill>
                <a:latin typeface="'Outfit', sans-serif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0F172A"/>
                </a:solidFill>
                <a:latin typeface="'Outfit', sans-serif"/>
              </a:rPr>
              <a:t>Advancing Life Sciences &amp; Digital Frontiers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Biology: Modeling population growth dynamics, predicting disease spread, and analyzing biochemical reaction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51176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Medicine: Optimizing drug dosages for patient-specific needs, analyzing blood flow patterns, and reconstructing medical images (e.g., MRI, 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27832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Computer Graphics: Rendering realistic 3D models, simulating physics in animations, and creating sophisticated visual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04487"/>
            <a:ext cx="498348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F172A"/>
                </a:solidFill>
                <a:latin typeface="'Inter', sans-serif"/>
              </a:rPr>
              <a:t>• Machine Learning: Powering optimization algorithms like gradient descent, training neural networks, and performing complex data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521208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75569"/>
                </a:solidFill>
                <a:latin typeface="'Inter', sans-serif"/>
              </a:rPr>
              <a:t>Highlight the surprising breadth of calculus's influence, extending into fields like biology, medicine, and the rapidly evolving digital landscape.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F172A"/>
                </a:solidFill>
                <a:latin typeface="'Inter', sans-serif"/>
              </a:rPr>
              <a:t>A split image showing a biological cell model with data overlays on one side and a complex circuit board or a data visualization on the other, connected by abstract mathematical symbols, representing the interdisciplinary nature of calculus, 16:9 aspect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563EB"/>
                </a:solidFill>
                <a:latin typeface="'Outfit', sans-serif"/>
              </a:rPr>
              <a:t>Closing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2542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F172A"/>
                </a:solidFill>
                <a:latin typeface="'Outfit', sans-serif"/>
              </a:rPr>
              <a:t>Calculus is the gate and the key to understanding the physical universe. Its principles are woven into the fabric of every technological advancement and scientific breakthrough, driving humanity's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07408"/>
            <a:ext cx="859536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475569"/>
                </a:solidFill>
                <a:latin typeface="'Inter', sans-serif"/>
              </a:rPr>
              <a:t>Dr. Evelyn Reed, Theoretical Physicist and Innovator in AI Ethics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