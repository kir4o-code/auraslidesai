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Inter"/>
              </a:rPr>
              <a:t>Test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Inter"/>
              </a:rP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Inter"/>
              </a:rPr>
              <a:t>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05456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8833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78608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Two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82112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36499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55264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Closing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10058400" cy="2240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3400" b="1" i="0">
                <a:solidFill>
                  <a:srgbClr val="F8FAFC"/>
                </a:solidFill>
                <a:latin typeface="Inter"/>
              </a:rPr>
              <a:t>Hello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