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F8FAFC"/>
                </a:solidFill>
                <a:latin typeface="Inter"/>
              </a:rPr>
              <a:t>Test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Inter"/>
              </a:rP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Inter"/>
              </a:rPr>
              <a:t>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0352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48463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05456"/>
            <a:ext cx="530352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8833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48463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Two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82112"/>
            <a:ext cx="5303520" cy="56692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36499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55264"/>
            <a:ext cx="48463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F8FAFC"/>
                </a:solidFill>
                <a:latin typeface="Inter"/>
              </a:rPr>
              <a:t>Three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914400"/>
            <a:ext cx="5074920" cy="5440680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ptx-2_aedd8c58d9224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276284"/>
            <a:ext cx="4846320" cy="2726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Closing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058400" cy="2240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400" b="1" i="0">
                <a:solidFill>
                  <a:srgbClr val="F8FAFC"/>
                </a:solidFill>
                <a:latin typeface="Inter"/>
              </a:rP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