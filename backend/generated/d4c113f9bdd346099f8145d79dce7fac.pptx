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347472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B5CF6"/>
                </a:solidFill>
                <a:latin typeface="Aptos"/>
              </a:rPr>
              <a:t>AI-generated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645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8FAFC"/>
                </a:solidFill>
                <a:latin typeface="Aptos"/>
              </a:rPr>
              <a:t>A Strong Title 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80360"/>
            <a:ext cx="960120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CBD5E1"/>
                </a:solidFill>
                <a:latin typeface="Aptos"/>
              </a:rPr>
              <a:t>Subtitle for spacing check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320040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B5CF6"/>
                </a:solidFill>
                <a:latin typeface="Aptos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8FAFC"/>
                </a:solidFill>
                <a:latin typeface="Aptos"/>
              </a:rPr>
              <a:t>Important Points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10515600" cy="658368"/>
          </a:xfrm>
          <a:prstGeom prst="roundRect">
            <a:avLst/>
          </a:prstGeom>
          <a:solidFill>
            <a:srgbClr val="111C34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9264" y="2011680"/>
            <a:ext cx="109728" cy="109728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1901952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8FAFC"/>
                </a:solidFill>
                <a:latin typeface="Aptos"/>
              </a:rP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633472"/>
            <a:ext cx="10515600" cy="658368"/>
          </a:xfrm>
          <a:prstGeom prst="roundRect">
            <a:avLst/>
          </a:prstGeom>
          <a:solidFill>
            <a:srgbClr val="111C34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2816352"/>
            <a:ext cx="109728" cy="109728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70432" y="2706624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8FAFC"/>
                </a:solidFill>
                <a:latin typeface="Aptos"/>
              </a:rPr>
              <a:t>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438144"/>
            <a:ext cx="10515600" cy="658368"/>
          </a:xfrm>
          <a:prstGeom prst="roundRect">
            <a:avLst/>
          </a:prstGeom>
          <a:solidFill>
            <a:srgbClr val="111C34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9264" y="3621024"/>
            <a:ext cx="109728" cy="109728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" y="3511296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8FAFC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365760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B5CF6"/>
                </a:solidFill>
                <a:latin typeface="Aptos"/>
              </a:rPr>
              <a:t>Closing thought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1645920"/>
            <a:ext cx="10058400" cy="23317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8FAFC"/>
                </a:solidFill>
                <a:latin typeface="Aptos"/>
              </a:rPr>
              <a:t>Spacing and fonts should be consistent.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224528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CBD5E1"/>
                </a:solidFill>
                <a:latin typeface="Aptos"/>
              </a:rPr>
              <a:t>Test Author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Typography Test</dc:title>
  <dc:subject>AuraSlidesAi presentation export</dc:subject>
  <dc:creator>AuraSlidesAi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