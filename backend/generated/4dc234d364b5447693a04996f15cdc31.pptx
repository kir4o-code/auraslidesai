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Outfit', sans-serif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 i="0">
                <a:solidFill>
                  <a:srgbClr val="F8FAFC"/>
                </a:solidFill>
                <a:latin typeface="'Outfit', sans-serif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CBD5E1"/>
                </a:solidFill>
                <a:latin typeface="'Inter', sans-serif"/>
              </a:rPr>
              <a:t>How Calculus Fuels Innovation Across STEM Disciplines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30752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BD5E1"/>
                </a:solidFill>
                <a:latin typeface="'Inter', sans-serif"/>
              </a:rPr>
              <a:t>Welcome to this presentation on the profound impact of calculus. We'll explore how this fundamental mathematical discipline underpins innovation in science, technology, engineering, and mathematics.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Outfit', sans-serif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F8FAFC"/>
                </a:solidFill>
                <a:latin typeface="'Outfit', sans-serif"/>
              </a:rPr>
              <a:t>The Foundations: What is Calculus?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A branch of mathematics dealing with rates of change and accumulation.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Developed independently by Isaac Newton and Gottfried Leibniz in the 17th century.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Comprises two main branches: Differential Calculus and Integral Calculus.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Provides tools to model and solve problems involving continuous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Calculus is essentially the mathematics of change. Differential calculus focuses on instantaneous rates of change and slopes of curves, while integral calculus deals with accumulation, areas, and volumes.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Outfit', sans-serif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F8FAFC"/>
                </a:solidFill>
                <a:latin typeface="'Outfit', sans-serif"/>
              </a:rPr>
              <a:t>Calculus in Action: Fueling STEM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Overview of Calculus in Action: Fueling STEM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Most important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Outfit', sans-serif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F8FAFC"/>
                </a:solidFill>
                <a:latin typeface="'Outfit', sans-serif"/>
              </a:rPr>
              <a:t>Beyond the Classroom: Shaping Our Modern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Artificial Intelligence: Optimization algorithms, neural network training, deep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Space Exploration: Trajectory calculations, rocket science, satellite navigation.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Medical Imaging: MRI, CT scans, and ultrasound rely on complex mathematical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Financial Modeling: Risk assessment, derivative pricing, algorithmic trading.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90288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Autonomous Vehicles: Path planning, sensor data fusion, control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Calculus isn't just theoretical; it's the engine behind many of the technologies we use daily. Its principles enable advancements that push the boundaries of what's possible, from AI to space travel.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Outfit', sans-serif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F8FAFC"/>
                </a:solidFill>
                <a:latin typeface="'Outfit', sans-serif"/>
              </a:rPr>
              <a:t>Conclusion: The Enduring Legacy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Calculus is not merely a subject, but a powerful language for understanding and predicting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It is an indispensable tool for scientific discovery, technological advancement, and complex problem-solving.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A foundational pillar for innovation across all STEM disciplines, continuously opening new frontiers.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F8FAFC"/>
                </a:solidFill>
                <a:latin typeface="'Inter', sans-serif"/>
              </a:rPr>
              <a:t>• Mastering calculus unlocks a deeper appreciation for the mechanics of the universe and the ingenuity of human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In summary, calculus is a cornerstone of modern science and engineering. Its principles are woven into the fabric of our technological world, making it an essential discipline for anyone pursuing innovation in 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