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52560" y="-731520"/>
            <a:ext cx="2926080" cy="29260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3474720" cy="34747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434840"/>
            <a:ext cx="2286000" cy="22860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502920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AI-generated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1033272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8FAFC"/>
                </a:solidFill>
                <a:latin typeface="Aptos Display"/>
              </a:rPr>
              <a:t>A Strong Title Slide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926080"/>
            <a:ext cx="9875520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BD5E1"/>
                </a:solidFill>
                <a:latin typeface="Aptos Display"/>
              </a:rPr>
              <a:t>Subtitle for spacing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767328"/>
            <a:ext cx="9601200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ptos Display"/>
              </a:rPr>
              <a:t>Notes for spacing check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52560" y="-731520"/>
            <a:ext cx="2926080" cy="29260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3474720" cy="34747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434840"/>
            <a:ext cx="2286000" cy="22860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Important 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1168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1901952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 Display"/>
              </a:rPr>
              <a:t>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578608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761488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2651760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 Display"/>
              </a:rPr>
              <a:t>Two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28416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9264" y="351129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3401568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 Display"/>
              </a:rPr>
              <a:t>Three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078224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9264" y="4261104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4151376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 Display"/>
              </a:rPr>
              <a:t>Four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053328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ptos Display"/>
              </a:rPr>
              <a:t>Notes 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52560" y="-731520"/>
            <a:ext cx="2926080" cy="29260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3474720" cy="34747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434840"/>
            <a:ext cx="2286000" cy="22860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Closing thought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645920"/>
            <a:ext cx="10058400" cy="2331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Aptos Display"/>
              </a:rPr>
              <a:t>Spacing and fonts should be consistent.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224528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BD5E1"/>
                </a:solidFill>
                <a:latin typeface="Aptos Display"/>
              </a:rPr>
              <a:t>Test Author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Typography Test</dc:title>
  <dc:subject>AuraSlidesAi presentation export</dc:subject>
  <dc:creator>AuraSlidesAi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