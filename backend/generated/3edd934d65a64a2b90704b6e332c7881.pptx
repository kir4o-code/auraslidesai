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698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 in 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Unlocking Innovation Across Science, Technology, Engineering, and 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Aptos"/>
              </a:rPr>
              <a:t>Introduce the presentation, emphasize the broad impact of calculus across all STEM fields and its role as a foundational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Calculus: The Language of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**Differential Calculus**: Understanding rates of change, slopes, optimization, and instantaneous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**Integral Calculus**: Accumulation, areas, volumes, total change, and summing infinite small parts.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0584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Provides essential mathematical tools to model dynamic systems and solve complex real-world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Briefly explain the two main branches of calculus in simple terms, highlighting their core functions and what they allow us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Building the Future: Calculus in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**Civil Engineering**: Structural analysis, fluid dynamics, stress distribution in materials, bridge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**Mechanical Engineering**: Motion, thermodynamics, material science, robotics, engine design, heat transfer.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**Electrical Engineering**: Circuit analysis, signal processing, electromagnetism, power generation and transmission.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**Aerospace Engineering**: Trajectory optimization, aerodynamics, propulsion systems, spacecraft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Provide concrete examples of how calculus is applied in various engineering disciplines, demonstrating its practical utility in designing and building.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Unveiling the Universe: Physics &amp; Astronomy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**Classical Mechanics**: Newton's laws of motion, energy conservation, forces, and trajectories (derivatives &amp; integrals are fundamental).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**Electromagnetism**: Maxwell's equations, field theory, wave propagation, and understanding light and electricity.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**Quantum Mechanics**: Describing particle behavior, wave functions, and the probabilistic nature of the universe.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**Astrophysics**: Orbital mechanics, stellar evolution, cosmological models, and understanding the universe's origins and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Show how calculus is fundamental to understanding the physical world, from the smallest subatomic particles to the largest cosmic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Driving Digital Innovation: CS &amp;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**Machine Learning**: Gradient descent for model optimization, neural network training, and backpropagation.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**Computer Graphics**: Rendering realistic 3D models, animation, lighting effects, and simulations.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**Algorithm Analysis**: Optimizing performance, understanding complexity, and efficiency of computational processes.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**Data Analysis**: Statistical modeling, curve fitting, predictive analytics, and understanding data trends.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Explain the critical role of calculus in the computational world, especially in artificial intelligence, data processing, and creating digital experiences.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Understanding Life: Biology &amp;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**Population Dynamics**: Modeling growth, decay, and interactions of species, disease spread, and ecological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**Pharmacokinetics**: Drug dosage, absorption, distribution, metabolism, and elimination rates in the 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**Biophysics**: Fluid flow in the circulatory system, nerve impulse transmission, and biomechanics.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**Medical Imaging**: Image reconstruction in MRI, CT scans, and ultrasound, enabling detailed diagnostics.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Illustrate how calculus helps model complex biological systems, understand physiological processes, and improve medical treatments and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Calculus: The Foundation for Future STEM Breakthroughs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A universal language for describing and predicting change and accumulation across diverse phenomena.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Essential for problem-solving, modeling, optimization, and innovation in all STEM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Empowers scientists and engineers to gain deeper insights and develop groundbreaking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- A critical and indispensable skill for any aspiring professional in science, technology, engineering, or mathematics.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1675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Summarize the key takeaways, reinforcing the pervasive and fundamental importance of calculus as a cornerstone for future advancements in all STEM disciplines.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 in STEM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